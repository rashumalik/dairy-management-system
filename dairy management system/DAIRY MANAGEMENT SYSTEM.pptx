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13"/>
  </p:notesMasterIdLst>
  <p:handoutMasterIdLst>
    <p:handoutMasterId r:id="rId14"/>
  </p:handoutMasterIdLst>
  <p:sldIdLst>
    <p:sldId id="261" r:id="rId5"/>
    <p:sldId id="273" r:id="rId6"/>
    <p:sldId id="280" r:id="rId7"/>
    <p:sldId id="300" r:id="rId8"/>
    <p:sldId id="314" r:id="rId9"/>
    <p:sldId id="302" r:id="rId10"/>
    <p:sldId id="306" r:id="rId11"/>
    <p:sldId id="31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4" autoAdjust="0"/>
  </p:normalViewPr>
  <p:slideViewPr>
    <p:cSldViewPr>
      <p:cViewPr varScale="1">
        <p:scale>
          <a:sx n="60" d="100"/>
          <a:sy n="60" d="100"/>
        </p:scale>
        <p:origin x="76" y="256"/>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11-May-26</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11-May-26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3524746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2900598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D300-CE20-01D1-E19D-50AB0C41B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648E3-44F7-493D-8C22-CFDDADB09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8D750-192F-CF76-4971-598220D25D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6CC25-6C30-0A92-B6D2-7A805BA07BEE}"/>
              </a:ext>
            </a:extLst>
          </p:cNvPr>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3885823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554146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7</a:t>
            </a:fld>
            <a:endParaRPr lang="en-US" noProof="0" dirty="0"/>
          </a:p>
        </p:txBody>
      </p:sp>
    </p:spTree>
    <p:extLst>
      <p:ext uri="{BB962C8B-B14F-4D97-AF65-F5344CB8AC3E}">
        <p14:creationId xmlns:p14="http://schemas.microsoft.com/office/powerpoint/2010/main" val="3782231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8ACC-B6A5-231F-B591-C74E6448B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CF1BA-89C7-8D45-4037-12C415EBF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83419-3978-EAAF-3BB6-E19D12B034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F43A4A-529A-CBC7-277C-6A715E2E0F1A}"/>
              </a:ext>
            </a:extLst>
          </p:cNvPr>
          <p:cNvSpPr>
            <a:spLocks noGrp="1"/>
          </p:cNvSpPr>
          <p:nvPr>
            <p:ph type="sldNum" sz="quarter" idx="5"/>
          </p:nvPr>
        </p:nvSpPr>
        <p:spPr/>
        <p:txBody>
          <a:bodyPr/>
          <a:lstStyle/>
          <a:p>
            <a:fld id="{DAE5FABD-26C8-4F74-B1E3-45BC91BC9D7B}" type="slidenum">
              <a:rPr lang="en-US" noProof="0" smtClean="0"/>
              <a:pPr/>
              <a:t>8</a:t>
            </a:fld>
            <a:endParaRPr lang="en-US" noProof="0" dirty="0"/>
          </a:p>
        </p:txBody>
      </p:sp>
    </p:spTree>
    <p:extLst>
      <p:ext uri="{BB962C8B-B14F-4D97-AF65-F5344CB8AC3E}">
        <p14:creationId xmlns:p14="http://schemas.microsoft.com/office/powerpoint/2010/main" val="821106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hyperlink" Target="https://creativecommons.org/licenses/by-nc/3.0/" TargetMode="External"/><Relationship Id="rId4" Type="http://schemas.openxmlformats.org/officeDocument/2006/relationships/hyperlink" Target="https://www.flickr.com/photos/cafnr/13061170484"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www.enago.com/academy/research-aims-and-objectives/"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deepu.tech/my-beautiful-linux-development-environment/"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5.xml"/><Relationship Id="rId6" Type="http://schemas.openxmlformats.org/officeDocument/2006/relationships/hyperlink" Target="https://www.marinedatascience.co/software/" TargetMode="External"/><Relationship Id="rId5" Type="http://schemas.openxmlformats.org/officeDocument/2006/relationships/image" Target="../media/image8.png"/><Relationship Id="rId4" Type="http://schemas.openxmlformats.org/officeDocument/2006/relationships/hyperlink" Target="https://www.orlandosentinel.com/2004/01/04/machines-may-be-the-answ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5.xml"/><Relationship Id="rId6" Type="http://schemas.openxmlformats.org/officeDocument/2006/relationships/hyperlink" Target="https://omicstutorials.com/database-management-systems-for-bioinformatics/" TargetMode="External"/><Relationship Id="rId5" Type="http://schemas.openxmlformats.org/officeDocument/2006/relationships/image" Target="../media/image11.png"/><Relationship Id="rId4" Type="http://schemas.openxmlformats.org/officeDocument/2006/relationships/hyperlink" Target="https://archive.fosdem.org/2019/schedule/event/openacc/"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bodnara.co.kr/bbs/article.html?num=95900&amp;mn=4" TargetMode="External"/><Relationship Id="rId13" Type="http://schemas.openxmlformats.org/officeDocument/2006/relationships/image" Target="../media/image17.jpg"/><Relationship Id="rId3" Type="http://schemas.openxmlformats.org/officeDocument/2006/relationships/image" Target="../media/image12.jpg"/><Relationship Id="rId7" Type="http://schemas.openxmlformats.org/officeDocument/2006/relationships/image" Target="../media/image14.jpg"/><Relationship Id="rId12" Type="http://schemas.openxmlformats.org/officeDocument/2006/relationships/hyperlink" Target="https://www.bltt.org/quicktips/foakeyguards.htm" TargetMode="External"/><Relationship Id="rId2" Type="http://schemas.openxmlformats.org/officeDocument/2006/relationships/notesSlide" Target="../notesSlides/notesSlide6.xml"/><Relationship Id="rId16" Type="http://schemas.openxmlformats.org/officeDocument/2006/relationships/hyperlink" Target="https://www.rawpixel.com/search/hardware?page=1&amp;sort=curated" TargetMode="External"/><Relationship Id="rId1" Type="http://schemas.openxmlformats.org/officeDocument/2006/relationships/slideLayout" Target="../slideLayouts/slideLayout37.xml"/><Relationship Id="rId6" Type="http://schemas.openxmlformats.org/officeDocument/2006/relationships/hyperlink" Target="https://www.publicdomainpictures.net/view-image.php?image=18285" TargetMode="External"/><Relationship Id="rId11" Type="http://schemas.openxmlformats.org/officeDocument/2006/relationships/image" Target="../media/image16.jpg"/><Relationship Id="rId5" Type="http://schemas.openxmlformats.org/officeDocument/2006/relationships/image" Target="../media/image13.jpg"/><Relationship Id="rId15" Type="http://schemas.openxmlformats.org/officeDocument/2006/relationships/image" Target="../media/image18.1"/><Relationship Id="rId10" Type="http://schemas.openxmlformats.org/officeDocument/2006/relationships/hyperlink" Target="https://freepngimg.com/png/1182-monitor-png-image" TargetMode="External"/><Relationship Id="rId4" Type="http://schemas.openxmlformats.org/officeDocument/2006/relationships/hyperlink" Target="https://www.flickr.com/photos/huangjiahui/3179858408" TargetMode="External"/><Relationship Id="rId9" Type="http://schemas.openxmlformats.org/officeDocument/2006/relationships/image" Target="../media/image15.png"/><Relationship Id="rId14" Type="http://schemas.openxmlformats.org/officeDocument/2006/relationships/hyperlink" Target="https://www.publicdomainpictures.net/en/view-image.php?image=19162&amp;picture=computer-mous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42.xml"/><Relationship Id="rId5" Type="http://schemas.openxmlformats.org/officeDocument/2006/relationships/hyperlink" Target="https://creativecommons.org/licenses/by-nc-nd/3.0/" TargetMode="External"/><Relationship Id="rId4" Type="http://schemas.openxmlformats.org/officeDocument/2006/relationships/hyperlink" Target="https://portfolioticsmoraleda.blogspot.com/2011/04/conclusion_14.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hyperlink" Target="https://creativecommons.org/licenses/by-nc/3.0/" TargetMode="External"/><Relationship Id="rId4" Type="http://schemas.openxmlformats.org/officeDocument/2006/relationships/hyperlink" Target="https://www.flickr.com/photos/cafnr/1306117048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62828565-6B4C-DAAC-5BAA-A64141530163}"/>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t="7855" b="7855"/>
          <a:stretch>
            <a:fillRect/>
          </a:stretch>
        </p:blipFill>
        <p:spPr/>
      </p:pic>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p:txBody>
          <a:bodyPr/>
          <a:lstStyle/>
          <a:p>
            <a:r>
              <a:rPr lang="en-US" dirty="0"/>
              <a:t>DAIRY MANAGEMENT SYSTEM</a:t>
            </a:r>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p:txBody>
          <a:bodyPr/>
          <a:lstStyle/>
          <a:p>
            <a:r>
              <a:rPr lang="en-US" dirty="0"/>
              <a:t>Nitin </a:t>
            </a:r>
            <a:r>
              <a:rPr lang="en-US" dirty="0" err="1"/>
              <a:t>kumar</a:t>
            </a:r>
            <a:r>
              <a:rPr lang="en-US" dirty="0"/>
              <a:t> and Rashu malik</a:t>
            </a:r>
          </a:p>
        </p:txBody>
      </p:sp>
      <p:sp>
        <p:nvSpPr>
          <p:cNvPr id="9" name="TextBox 8">
            <a:extLst>
              <a:ext uri="{FF2B5EF4-FFF2-40B4-BE49-F238E27FC236}">
                <a16:creationId xmlns:a16="http://schemas.microsoft.com/office/drawing/2014/main" id="{416D10D3-4C2F-8F99-D45C-5DC7170D0503}"/>
              </a:ext>
            </a:extLst>
          </p:cNvPr>
          <p:cNvSpPr txBox="1"/>
          <p:nvPr/>
        </p:nvSpPr>
        <p:spPr>
          <a:xfrm>
            <a:off x="0" y="6858000"/>
            <a:ext cx="12192000" cy="230832"/>
          </a:xfrm>
          <a:prstGeom prst="rect">
            <a:avLst/>
          </a:prstGeom>
          <a:noFill/>
        </p:spPr>
        <p:txBody>
          <a:bodyPr wrap="square" rtlCol="0">
            <a:spAutoFit/>
          </a:bodyPr>
          <a:lstStyle/>
          <a:p>
            <a:r>
              <a:rPr lang="en-US" sz="900">
                <a:hlinkClick r:id="rId4" tooltip="https://www.flickr.com/photos/cafnr/13061170484"/>
              </a:rPr>
              <a:t>This Photo</a:t>
            </a:r>
            <a:r>
              <a:rPr lang="en-US" sz="900"/>
              <a:t> by Unknown Author is licensed under </a:t>
            </a:r>
            <a:r>
              <a:rPr lang="en-US" sz="900">
                <a:hlinkClick r:id="rId5" tooltip="https://creativecommons.org/licenses/by-nc/3.0/"/>
              </a:rPr>
              <a:t>CC BY-NC</a:t>
            </a:r>
            <a:endParaRPr lang="en-US" sz="900"/>
          </a:p>
        </p:txBody>
      </p:sp>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a:t>INTRODUCTION</a:t>
            </a:r>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r>
              <a:rPr lang="en-US" dirty="0"/>
              <a:t>In C++ language by using Code block &amp; Dev C++. The mission of the Milk Production House Project is to create to communication between rural area people and dairy management. Our goal is to develop this application to encourage our dairy industry. Dairy milk management system is a software application to maintain day to day transactions in a Milk dairy. This software helps to register all the suppliers, Buyer details, purchase, Sales details. Our plan is to collect the Milk from many different sources and distribute the same to the Milk buyers.</a:t>
            </a:r>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a:t>We are creating a Window application for “Dairy management system”.</a:t>
            </a:r>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2</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F6A57F5-28AB-FBE5-5C9C-30D75AC1A27C}"/>
              </a:ext>
            </a:extLst>
          </p:cNvPr>
          <p:cNvPicPr>
            <a:picLocks noGrp="1" noChangeAspect="1"/>
          </p:cNvPicPr>
          <p:nvPr>
            <p:ph type="pic" sz="quarter" idx="17"/>
          </p:nvPr>
        </p:nvPicPr>
        <p:blipFill>
          <a:blip r:embed="rId3">
            <a:extLst>
              <a:ext uri="{837473B0-CC2E-450A-ABE3-18F120FF3D39}">
                <a1611:picAttrSrcUrl xmlns:a1611="http://schemas.microsoft.com/office/drawing/2016/11/main" r:id="rId4"/>
              </a:ext>
            </a:extLst>
          </a:blip>
          <a:srcRect t="20344" b="20344"/>
          <a:stretch>
            <a:fillRect/>
          </a:stretch>
        </p:blipFill>
        <p:spPr/>
      </p:pic>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a:t>Objectives:</a:t>
            </a:r>
          </a:p>
        </p:txBody>
      </p:sp>
      <p:sp>
        <p:nvSpPr>
          <p:cNvPr id="34" name="Text Placeholder 33">
            <a:extLst>
              <a:ext uri="{FF2B5EF4-FFF2-40B4-BE49-F238E27FC236}">
                <a16:creationId xmlns:a16="http://schemas.microsoft.com/office/drawing/2014/main" id="{29455ACD-CCC6-4BEC-AA79-DC1C69D087DF}"/>
              </a:ext>
              <a:ext uri="{C183D7F6-B498-43B3-948B-1728B52AA6E4}">
                <adec:decorative xmlns:adec="http://schemas.microsoft.com/office/drawing/2017/decorative" val="1"/>
              </a:ext>
            </a:extLst>
          </p:cNvPr>
          <p:cNvSpPr>
            <a:spLocks noGrp="1"/>
          </p:cNvSpPr>
          <p:nvPr>
            <p:ph type="body" sz="quarter" idx="20"/>
          </p:nvPr>
        </p:nvSpPr>
        <p:spPr/>
        <p:txBody>
          <a:bodyPr/>
          <a:lstStyle/>
          <a:p>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9"/>
          </p:nvPr>
        </p:nvSpPr>
        <p:spPr/>
        <p:txBody>
          <a:bodyPr>
            <a:normAutofit fontScale="55000" lnSpcReduction="20000"/>
          </a:bodyPr>
          <a:lstStyle/>
          <a:p>
            <a:r>
              <a:rPr lang="en-US" dirty="0"/>
              <a:t>To develop a Dairy Management System for managing daily dairy operations. </a:t>
            </a:r>
          </a:p>
          <a:p>
            <a:endParaRPr lang="en-US" dirty="0"/>
          </a:p>
          <a:p>
            <a:r>
              <a:rPr lang="en-US" dirty="0"/>
              <a:t>To maintain records of milk purchase, sales, suppliers, and customers. </a:t>
            </a:r>
          </a:p>
          <a:p>
            <a:endParaRPr lang="en-US" dirty="0"/>
          </a:p>
          <a:p>
            <a:r>
              <a:rPr lang="en-US" dirty="0"/>
              <a:t>To reduce manual work and human errors through automation. </a:t>
            </a:r>
          </a:p>
          <a:p>
            <a:endParaRPr lang="en-US" dirty="0"/>
          </a:p>
          <a:p>
            <a:r>
              <a:rPr lang="en-US" dirty="0"/>
              <a:t>To generate bills and maintain transaction records efficiently. </a:t>
            </a:r>
          </a:p>
          <a:p>
            <a:endParaRPr lang="en-US" dirty="0"/>
          </a:p>
          <a:p>
            <a:r>
              <a:rPr lang="en-US" dirty="0"/>
              <a:t>To improve the overall efficiency and management of dairy businesses.</a:t>
            </a:r>
          </a:p>
        </p:txBody>
      </p:sp>
      <p:pic>
        <p:nvPicPr>
          <p:cNvPr id="39" name="Picture Placeholder 38">
            <a:extLst>
              <a:ext uri="{FF2B5EF4-FFF2-40B4-BE49-F238E27FC236}">
                <a16:creationId xmlns:a16="http://schemas.microsoft.com/office/drawing/2014/main" id="{D15B262E-3234-4E0C-A890-B69314333FD8}"/>
              </a:ext>
              <a:ext uri="{C183D7F6-B498-43B3-948B-1728B52AA6E4}">
                <adec:decorative xmlns:adec="http://schemas.microsoft.com/office/drawing/2017/decorative" val="1"/>
              </a:ext>
            </a:extLst>
          </p:cNvPr>
          <p:cNvPicPr>
            <a:picLocks noGrp="1" noChangeAspect="1"/>
          </p:cNvPicPr>
          <p:nvPr>
            <p:ph type="pic" sz="quarter" idx="21"/>
          </p:nvPr>
        </p:nvPicPr>
        <p:blipFill>
          <a:blip r:embed="rId5">
            <a:extLst>
              <a:ext uri="{96DAC541-7B7A-43D3-8B79-37D633B846F1}">
                <asvg:svgBlip xmlns:asvg="http://schemas.microsoft.com/office/drawing/2016/SVG/main" r:embed="rId6"/>
              </a:ext>
            </a:extLst>
          </a:blip>
          <a:srcRect l="853" r="853"/>
          <a:stretch>
            <a:fillRect/>
          </a:stretch>
        </p:blipFill>
        <p:spPr/>
      </p:pic>
      <p:sp>
        <p:nvSpPr>
          <p:cNvPr id="2" name="Slide Number Placeholder 1">
            <a:extLst>
              <a:ext uri="{FF2B5EF4-FFF2-40B4-BE49-F238E27FC236}">
                <a16:creationId xmlns:a16="http://schemas.microsoft.com/office/drawing/2014/main" id="{7A6C6147-EB04-429F-9D41-52F18DE2322C}"/>
              </a:ext>
            </a:extLst>
          </p:cNvPr>
          <p:cNvSpPr>
            <a:spLocks noGrp="1"/>
          </p:cNvSpPr>
          <p:nvPr>
            <p:ph type="sldNum" sz="quarter" idx="4"/>
          </p:nvPr>
        </p:nvSpPr>
        <p:spPr/>
        <p:txBody>
          <a:bodyPr/>
          <a:lstStyle/>
          <a:p>
            <a:fld id="{4FAB73BC-B049-4115-A692-8D63A059BFB8}" type="slidenum">
              <a:rPr lang="en-US" smtClean="0"/>
              <a:pPr/>
              <a:t>3</a:t>
            </a:fld>
            <a:endParaRPr lang="en-US" dirty="0"/>
          </a:p>
        </p:txBody>
      </p:sp>
      <p:sp>
        <p:nvSpPr>
          <p:cNvPr id="32" name="Text Placeholder 119">
            <a:extLst>
              <a:ext uri="{FF2B5EF4-FFF2-40B4-BE49-F238E27FC236}">
                <a16:creationId xmlns:a16="http://schemas.microsoft.com/office/drawing/2014/main" id="{D9043C6D-0761-489D-8401-7F976D80BA5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956204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a:t>SOFTWARE REQUIREMENTS SPECIFICATION</a:t>
            </a:r>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r>
              <a:rPr lang="en-US" dirty="0"/>
              <a:t>The Grocery Management System can run on multiple operating systems, including: • Windows 10/11 – Commonly used for development and deployment. • Linux (Ubuntu, Fedora, etc.) – Preferred for server-based applications. • macOS – Used by developers who prefer Mac for C++ programming. </a:t>
            </a:r>
          </a:p>
        </p:txBody>
      </p:sp>
      <p:sp>
        <p:nvSpPr>
          <p:cNvPr id="24" name="Text Placeholder 23">
            <a:extLst>
              <a:ext uri="{FF2B5EF4-FFF2-40B4-BE49-F238E27FC236}">
                <a16:creationId xmlns:a16="http://schemas.microsoft.com/office/drawing/2014/main" id="{2BE63BA8-EAF4-4B88-8D23-BEF6AA60CC23}"/>
              </a:ext>
            </a:extLst>
          </p:cNvPr>
          <p:cNvSpPr>
            <a:spLocks noGrp="1"/>
          </p:cNvSpPr>
          <p:nvPr>
            <p:ph type="body" sz="quarter" idx="16"/>
          </p:nvPr>
        </p:nvSpPr>
        <p:spPr/>
        <p:txBody>
          <a:bodyPr/>
          <a:lstStyle/>
          <a:p>
            <a:r>
              <a:rPr lang="en-US" dirty="0"/>
              <a:t>1. Operating System (OS)</a:t>
            </a:r>
          </a:p>
        </p:txBody>
      </p:sp>
      <p:sp>
        <p:nvSpPr>
          <p:cNvPr id="23" name="Content Placeholder 22">
            <a:extLst>
              <a:ext uri="{FF2B5EF4-FFF2-40B4-BE49-F238E27FC236}">
                <a16:creationId xmlns:a16="http://schemas.microsoft.com/office/drawing/2014/main" id="{2F8BDB9A-6E49-4052-924A-83FDD2B0A487}"/>
              </a:ext>
            </a:extLst>
          </p:cNvPr>
          <p:cNvSpPr>
            <a:spLocks noGrp="1"/>
          </p:cNvSpPr>
          <p:nvPr>
            <p:ph sz="quarter" idx="22"/>
          </p:nvPr>
        </p:nvSpPr>
        <p:spPr/>
        <p:txBody>
          <a:bodyPr/>
          <a:lstStyle/>
          <a:p>
            <a:r>
              <a:rPr lang="en-US" dirty="0"/>
              <a:t>• C++ (Standard C++17 or later) is the core language used for developing the system. • It provides high performance and efficient memory management, making it suitable for real-time applications.</a:t>
            </a:r>
          </a:p>
        </p:txBody>
      </p:sp>
      <p:sp>
        <p:nvSpPr>
          <p:cNvPr id="25" name="Text Placeholder 24">
            <a:extLst>
              <a:ext uri="{FF2B5EF4-FFF2-40B4-BE49-F238E27FC236}">
                <a16:creationId xmlns:a16="http://schemas.microsoft.com/office/drawing/2014/main" id="{34818BA8-E954-4497-B8B9-B67D92F6032D}"/>
              </a:ext>
            </a:extLst>
          </p:cNvPr>
          <p:cNvSpPr>
            <a:spLocks noGrp="1"/>
          </p:cNvSpPr>
          <p:nvPr>
            <p:ph type="body" sz="quarter" idx="23"/>
          </p:nvPr>
        </p:nvSpPr>
        <p:spPr/>
        <p:txBody>
          <a:bodyPr/>
          <a:lstStyle/>
          <a:p>
            <a:r>
              <a:rPr lang="en-US" dirty="0"/>
              <a:t>2. Programming Language</a:t>
            </a:r>
          </a:p>
        </p:txBody>
      </p:sp>
      <p:sp>
        <p:nvSpPr>
          <p:cNvPr id="3" name="Slide Number Placeholder 2">
            <a:extLst>
              <a:ext uri="{FF2B5EF4-FFF2-40B4-BE49-F238E27FC236}">
                <a16:creationId xmlns:a16="http://schemas.microsoft.com/office/drawing/2014/main" id="{1B0F4F9B-7D29-4BED-87FB-3F3D1724712B}"/>
              </a:ext>
            </a:extLst>
          </p:cNvPr>
          <p:cNvSpPr>
            <a:spLocks noGrp="1"/>
          </p:cNvSpPr>
          <p:nvPr>
            <p:ph type="sldNum" sz="quarter" idx="4"/>
          </p:nvPr>
        </p:nvSpPr>
        <p:spPr/>
        <p:txBody>
          <a:bodyPr/>
          <a:lstStyle/>
          <a:p>
            <a:fld id="{4FAB73BC-B049-4115-A692-8D63A059BFB8}" type="slidenum">
              <a:rPr lang="en-US" smtClean="0"/>
              <a:pPr/>
              <a:t>4</a:t>
            </a:fld>
            <a:endParaRPr lang="en-US" dirty="0"/>
          </a:p>
        </p:txBody>
      </p:sp>
      <p:sp>
        <p:nvSpPr>
          <p:cNvPr id="34" name="Content Placeholder 33">
            <a:extLst>
              <a:ext uri="{FF2B5EF4-FFF2-40B4-BE49-F238E27FC236}">
                <a16:creationId xmlns:a16="http://schemas.microsoft.com/office/drawing/2014/main" id="{38AA8C13-AFD3-4C46-AEA7-67BEBF73986D}"/>
              </a:ext>
            </a:extLst>
          </p:cNvPr>
          <p:cNvSpPr>
            <a:spLocks noGrp="1"/>
          </p:cNvSpPr>
          <p:nvPr>
            <p:ph sz="quarter" idx="25"/>
          </p:nvPr>
        </p:nvSpPr>
        <p:spPr/>
        <p:txBody>
          <a:bodyPr/>
          <a:lstStyle/>
          <a:p>
            <a:r>
              <a:rPr lang="en-US" dirty="0"/>
              <a:t>To write, compile, and debug C++ code, the following IDEs can be used: • Code::Blocks – Lightweight and easy to use. • Dev-C++ – Suitable for beginners. • Microsoft Visual Studio – Best for large-scale projects with GUI. • Qt Creator – Ideal for GUI-based applications using the Qt framework.</a:t>
            </a:r>
          </a:p>
        </p:txBody>
      </p:sp>
      <p:sp>
        <p:nvSpPr>
          <p:cNvPr id="4" name="Text Placeholder 3">
            <a:extLst>
              <a:ext uri="{FF2B5EF4-FFF2-40B4-BE49-F238E27FC236}">
                <a16:creationId xmlns:a16="http://schemas.microsoft.com/office/drawing/2014/main" id="{B9105FAE-96F0-43A6-B386-AAE4E62C6E85}"/>
              </a:ext>
            </a:extLst>
          </p:cNvPr>
          <p:cNvSpPr>
            <a:spLocks noGrp="1"/>
          </p:cNvSpPr>
          <p:nvPr>
            <p:ph type="body" sz="quarter" idx="26"/>
          </p:nvPr>
        </p:nvSpPr>
        <p:spPr>
          <a:xfrm>
            <a:off x="76200" y="5421059"/>
            <a:ext cx="3429001" cy="365761"/>
          </a:xfrm>
        </p:spPr>
        <p:txBody>
          <a:bodyPr/>
          <a:lstStyle/>
          <a:p>
            <a:r>
              <a:rPr lang="en-US" dirty="0"/>
              <a:t>3. Integrated Development Environment (IDE)</a:t>
            </a:r>
          </a:p>
        </p:txBody>
      </p:sp>
      <p:sp>
        <p:nvSpPr>
          <p:cNvPr id="29" name="Text Placeholder 119">
            <a:extLst>
              <a:ext uri="{FF2B5EF4-FFF2-40B4-BE49-F238E27FC236}">
                <a16:creationId xmlns:a16="http://schemas.microsoft.com/office/drawing/2014/main" id="{4DE3975B-F441-486B-9317-C176CC96BC6F}"/>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7" name="Picture Placeholder 6">
            <a:extLst>
              <a:ext uri="{FF2B5EF4-FFF2-40B4-BE49-F238E27FC236}">
                <a16:creationId xmlns:a16="http://schemas.microsoft.com/office/drawing/2014/main" id="{D7FEF7F5-E3C5-8DBE-CCFD-62A8217EB410}"/>
              </a:ext>
            </a:extLst>
          </p:cNvPr>
          <p:cNvPicPr>
            <a:picLocks noGrp="1" noChangeAspect="1"/>
          </p:cNvPicPr>
          <p:nvPr>
            <p:ph type="pic" sz="quarter" idx="21"/>
          </p:nvPr>
        </p:nvPicPr>
        <p:blipFill>
          <a:blip r:embed="rId3">
            <a:extLst>
              <a:ext uri="{837473B0-CC2E-450A-ABE3-18F120FF3D39}">
                <a1611:picAttrSrcUrl xmlns:a1611="http://schemas.microsoft.com/office/drawing/2016/11/main" r:id="rId4"/>
              </a:ext>
            </a:extLst>
          </a:blip>
          <a:srcRect l="856" r="856"/>
          <a:stretch>
            <a:fillRect/>
          </a:stretch>
        </p:blipFill>
        <p:spPr/>
      </p:pic>
      <p:pic>
        <p:nvPicPr>
          <p:cNvPr id="11" name="Picture Placeholder 10">
            <a:extLst>
              <a:ext uri="{FF2B5EF4-FFF2-40B4-BE49-F238E27FC236}">
                <a16:creationId xmlns:a16="http://schemas.microsoft.com/office/drawing/2014/main" id="{0ECCDD99-40DC-24B7-D7B9-BEE70C69A7A1}"/>
              </a:ext>
            </a:extLst>
          </p:cNvPr>
          <p:cNvPicPr>
            <a:picLocks noGrp="1" noChangeAspect="1"/>
          </p:cNvPicPr>
          <p:nvPr>
            <p:ph type="pic" sz="quarter" idx="24"/>
          </p:nvPr>
        </p:nvPicPr>
        <p:blipFill>
          <a:blip r:embed="rId5">
            <a:extLst>
              <a:ext uri="{837473B0-CC2E-450A-ABE3-18F120FF3D39}">
                <a1611:picAttrSrcUrl xmlns:a1611="http://schemas.microsoft.com/office/drawing/2016/11/main" r:id="rId6"/>
              </a:ext>
            </a:extLst>
          </a:blip>
          <a:srcRect t="4683" b="4683"/>
          <a:stretch>
            <a:fillRect/>
          </a:stretch>
        </p:blipFill>
        <p:spPr/>
      </p:pic>
      <p:pic>
        <p:nvPicPr>
          <p:cNvPr id="18" name="Picture Placeholder 17">
            <a:extLst>
              <a:ext uri="{FF2B5EF4-FFF2-40B4-BE49-F238E27FC236}">
                <a16:creationId xmlns:a16="http://schemas.microsoft.com/office/drawing/2014/main" id="{1B8999D8-5C44-0CB6-0C9A-B13E2CD2D573}"/>
              </a:ext>
            </a:extLst>
          </p:cNvPr>
          <p:cNvPicPr>
            <a:picLocks noGrp="1" noChangeAspect="1"/>
          </p:cNvPicPr>
          <p:nvPr>
            <p:ph type="pic" sz="quarter" idx="27"/>
          </p:nvPr>
        </p:nvPicPr>
        <p:blipFill>
          <a:blip r:embed="rId7">
            <a:extLst>
              <a:ext uri="{837473B0-CC2E-450A-ABE3-18F120FF3D39}">
                <a1611:picAttrSrcUrl xmlns:a1611="http://schemas.microsoft.com/office/drawing/2016/11/main" r:id="rId8"/>
              </a:ext>
            </a:extLst>
          </a:blip>
          <a:srcRect l="18494" r="18494"/>
          <a:stretch>
            <a:fillRect/>
          </a:stretch>
        </p:blipFill>
        <p:spPr/>
      </p:pic>
    </p:spTree>
    <p:extLst>
      <p:ext uri="{BB962C8B-B14F-4D97-AF65-F5344CB8AC3E}">
        <p14:creationId xmlns:p14="http://schemas.microsoft.com/office/powerpoint/2010/main" val="2275175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7F500-065D-131D-2CBC-F2DCBA609FAD}"/>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900B6165-5866-ECFD-AE5D-FE85D75D5C2F}"/>
              </a:ext>
            </a:extLst>
          </p:cNvPr>
          <p:cNvSpPr>
            <a:spLocks noGrp="1"/>
          </p:cNvSpPr>
          <p:nvPr>
            <p:ph type="title"/>
          </p:nvPr>
        </p:nvSpPr>
        <p:spPr/>
        <p:txBody>
          <a:bodyPr/>
          <a:lstStyle/>
          <a:p>
            <a:r>
              <a:rPr lang="en-US" dirty="0"/>
              <a:t>SOFTWARE REQUIREMENTS SPECIFICATION</a:t>
            </a:r>
          </a:p>
        </p:txBody>
      </p:sp>
      <p:sp>
        <p:nvSpPr>
          <p:cNvPr id="13" name="Content Placeholder 12">
            <a:extLst>
              <a:ext uri="{FF2B5EF4-FFF2-40B4-BE49-F238E27FC236}">
                <a16:creationId xmlns:a16="http://schemas.microsoft.com/office/drawing/2014/main" id="{03791537-9822-1B5B-3A7E-B8A11845DA62}"/>
              </a:ext>
            </a:extLst>
          </p:cNvPr>
          <p:cNvSpPr>
            <a:spLocks noGrp="1"/>
          </p:cNvSpPr>
          <p:nvPr>
            <p:ph sz="quarter" idx="13"/>
          </p:nvPr>
        </p:nvSpPr>
        <p:spPr/>
        <p:txBody>
          <a:bodyPr/>
          <a:lstStyle/>
          <a:p>
            <a:r>
              <a:rPr lang="en-US" dirty="0"/>
              <a:t>GCC (GNU Compiler Collection) – Used in Linux/macOS environments. MinGW (Minimalist GNU for Windows) – Commonly used for Windows development. MSVC (Microsoft Visual C++ Compiler) – Comes with Visual Studio.</a:t>
            </a:r>
          </a:p>
        </p:txBody>
      </p:sp>
      <p:sp>
        <p:nvSpPr>
          <p:cNvPr id="24" name="Text Placeholder 23">
            <a:extLst>
              <a:ext uri="{FF2B5EF4-FFF2-40B4-BE49-F238E27FC236}">
                <a16:creationId xmlns:a16="http://schemas.microsoft.com/office/drawing/2014/main" id="{651C2517-1D7B-019C-AEC2-391CE3148BBE}"/>
              </a:ext>
            </a:extLst>
          </p:cNvPr>
          <p:cNvSpPr>
            <a:spLocks noGrp="1"/>
          </p:cNvSpPr>
          <p:nvPr>
            <p:ph type="body" sz="quarter" idx="16"/>
          </p:nvPr>
        </p:nvSpPr>
        <p:spPr/>
        <p:txBody>
          <a:bodyPr/>
          <a:lstStyle/>
          <a:p>
            <a:r>
              <a:rPr lang="en-US" dirty="0"/>
              <a:t>4. Compiler</a:t>
            </a:r>
          </a:p>
        </p:txBody>
      </p:sp>
      <p:sp>
        <p:nvSpPr>
          <p:cNvPr id="23" name="Content Placeholder 22">
            <a:extLst>
              <a:ext uri="{FF2B5EF4-FFF2-40B4-BE49-F238E27FC236}">
                <a16:creationId xmlns:a16="http://schemas.microsoft.com/office/drawing/2014/main" id="{7DB6F20E-1398-5071-938E-60EDE074CD08}"/>
              </a:ext>
            </a:extLst>
          </p:cNvPr>
          <p:cNvSpPr>
            <a:spLocks noGrp="1"/>
          </p:cNvSpPr>
          <p:nvPr>
            <p:ph sz="quarter" idx="22"/>
          </p:nvPr>
        </p:nvSpPr>
        <p:spPr>
          <a:xfrm>
            <a:off x="6071132" y="4271731"/>
            <a:ext cx="5392925" cy="914490"/>
          </a:xfrm>
        </p:spPr>
        <p:txBody>
          <a:bodyPr/>
          <a:lstStyle/>
          <a:p>
            <a:r>
              <a:rPr lang="en-US" dirty="0"/>
              <a:t>A database </a:t>
            </a:r>
            <a:r>
              <a:rPr lang="en-US" dirty="0" err="1"/>
              <a:t>isrequired</a:t>
            </a:r>
            <a:r>
              <a:rPr lang="en-US" dirty="0"/>
              <a:t> to store product details, customer data, and sales records. Some commonly used databases are: MySQL – Recommended for large-scale data handling. SQLite – Lightweight, file-based database suitable for small businesses. PostgreSQL – Advanced database with strong security features. Libraries and Frameworks Qt Framework – Used for building a graphical user interface (GUI). MySQL Connector for C++ – Allows integration with MySQL databases. Boost Library – Provides additional C++ functionalities. OpenCV (Optional) – Can be used for barcode scanning or facial recognition. Additional Software XAMPP – A server environment for running MySQL databases locally. Git – Used for version control and collaborative development.</a:t>
            </a:r>
          </a:p>
        </p:txBody>
      </p:sp>
      <p:sp>
        <p:nvSpPr>
          <p:cNvPr id="25" name="Text Placeholder 24">
            <a:extLst>
              <a:ext uri="{FF2B5EF4-FFF2-40B4-BE49-F238E27FC236}">
                <a16:creationId xmlns:a16="http://schemas.microsoft.com/office/drawing/2014/main" id="{7CDC84D1-7C7F-BF78-91E8-10F01238E963}"/>
              </a:ext>
            </a:extLst>
          </p:cNvPr>
          <p:cNvSpPr>
            <a:spLocks noGrp="1"/>
          </p:cNvSpPr>
          <p:nvPr>
            <p:ph type="body" sz="quarter" idx="23"/>
          </p:nvPr>
        </p:nvSpPr>
        <p:spPr/>
        <p:txBody>
          <a:bodyPr/>
          <a:lstStyle/>
          <a:p>
            <a:r>
              <a:rPr lang="en-US" dirty="0"/>
              <a:t>5. Database Management System (DBMS)</a:t>
            </a:r>
          </a:p>
        </p:txBody>
      </p:sp>
      <p:sp>
        <p:nvSpPr>
          <p:cNvPr id="3" name="Slide Number Placeholder 2">
            <a:extLst>
              <a:ext uri="{FF2B5EF4-FFF2-40B4-BE49-F238E27FC236}">
                <a16:creationId xmlns:a16="http://schemas.microsoft.com/office/drawing/2014/main" id="{C14DF496-A21B-B0C8-4551-2782D75E679C}"/>
              </a:ext>
            </a:extLst>
          </p:cNvPr>
          <p:cNvSpPr>
            <a:spLocks noGrp="1"/>
          </p:cNvSpPr>
          <p:nvPr>
            <p:ph type="sldNum" sz="quarter" idx="4"/>
          </p:nvPr>
        </p:nvSpPr>
        <p:spPr/>
        <p:txBody>
          <a:bodyPr/>
          <a:lstStyle/>
          <a:p>
            <a:fld id="{4FAB73BC-B049-4115-A692-8D63A059BFB8}" type="slidenum">
              <a:rPr lang="en-US" smtClean="0"/>
              <a:pPr/>
              <a:t>5</a:t>
            </a:fld>
            <a:endParaRPr lang="en-US" dirty="0"/>
          </a:p>
        </p:txBody>
      </p:sp>
      <p:sp>
        <p:nvSpPr>
          <p:cNvPr id="29" name="Text Placeholder 119">
            <a:extLst>
              <a:ext uri="{FF2B5EF4-FFF2-40B4-BE49-F238E27FC236}">
                <a16:creationId xmlns:a16="http://schemas.microsoft.com/office/drawing/2014/main" id="{82F3747D-C7E5-F4EC-E72C-A710B915E383}"/>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1" name="Picture Placeholder 10">
            <a:extLst>
              <a:ext uri="{FF2B5EF4-FFF2-40B4-BE49-F238E27FC236}">
                <a16:creationId xmlns:a16="http://schemas.microsoft.com/office/drawing/2014/main" id="{EF36EDEC-3D90-6B5C-41E8-0B8C7BF92A58}"/>
              </a:ext>
            </a:extLst>
          </p:cNvPr>
          <p:cNvPicPr>
            <a:picLocks noGrp="1" noChangeAspect="1"/>
          </p:cNvPicPr>
          <p:nvPr>
            <p:ph type="pic" sz="quarter" idx="21"/>
          </p:nvPr>
        </p:nvPicPr>
        <p:blipFill>
          <a:blip r:embed="rId3">
            <a:extLst>
              <a:ext uri="{837473B0-CC2E-450A-ABE3-18F120FF3D39}">
                <a1611:picAttrSrcUrl xmlns:a1611="http://schemas.microsoft.com/office/drawing/2016/11/main" r:id="rId4"/>
              </a:ext>
            </a:extLst>
          </a:blip>
          <a:srcRect l="856" r="856"/>
          <a:stretch>
            <a:fillRect/>
          </a:stretch>
        </p:blipFill>
        <p:spPr/>
      </p:pic>
      <p:pic>
        <p:nvPicPr>
          <p:cNvPr id="18" name="Picture Placeholder 17">
            <a:extLst>
              <a:ext uri="{FF2B5EF4-FFF2-40B4-BE49-F238E27FC236}">
                <a16:creationId xmlns:a16="http://schemas.microsoft.com/office/drawing/2014/main" id="{97D52507-A446-7DE3-DCAB-7C9AF87C43ED}"/>
              </a:ext>
            </a:extLst>
          </p:cNvPr>
          <p:cNvPicPr>
            <a:picLocks noGrp="1" noChangeAspect="1"/>
          </p:cNvPicPr>
          <p:nvPr>
            <p:ph type="pic" sz="quarter" idx="24"/>
          </p:nvPr>
        </p:nvPicPr>
        <p:blipFill>
          <a:blip r:embed="rId5">
            <a:extLst>
              <a:ext uri="{837473B0-CC2E-450A-ABE3-18F120FF3D39}">
                <a1611:picAttrSrcUrl xmlns:a1611="http://schemas.microsoft.com/office/drawing/2016/11/main" r:id="rId6"/>
              </a:ext>
            </a:extLst>
          </a:blip>
          <a:srcRect l="12936" r="12936"/>
          <a:stretch>
            <a:fillRect/>
          </a:stretch>
        </p:blipFill>
        <p:spPr/>
      </p:pic>
    </p:spTree>
    <p:extLst>
      <p:ext uri="{BB962C8B-B14F-4D97-AF65-F5344CB8AC3E}">
        <p14:creationId xmlns:p14="http://schemas.microsoft.com/office/powerpoint/2010/main" val="2975707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11670C9-7A12-431E-92B2-050F2389D775}"/>
              </a:ext>
            </a:extLst>
          </p:cNvPr>
          <p:cNvSpPr>
            <a:spLocks noGrp="1"/>
          </p:cNvSpPr>
          <p:nvPr>
            <p:ph type="title"/>
          </p:nvPr>
        </p:nvSpPr>
        <p:spPr/>
        <p:txBody>
          <a:bodyPr/>
          <a:lstStyle/>
          <a:p>
            <a:r>
              <a:rPr lang="en-US" dirty="0"/>
              <a:t>HARDWARE REQUIREMENTS</a:t>
            </a:r>
          </a:p>
        </p:txBody>
      </p:sp>
      <p:sp>
        <p:nvSpPr>
          <p:cNvPr id="3" name="Slide Number Placeholder 2">
            <a:extLst>
              <a:ext uri="{FF2B5EF4-FFF2-40B4-BE49-F238E27FC236}">
                <a16:creationId xmlns:a16="http://schemas.microsoft.com/office/drawing/2014/main" id="{A2D9EB77-3854-428A-99DF-5F6FB999E4A3}"/>
              </a:ext>
            </a:extLst>
          </p:cNvPr>
          <p:cNvSpPr>
            <a:spLocks noGrp="1"/>
          </p:cNvSpPr>
          <p:nvPr>
            <p:ph type="sldNum" sz="quarter" idx="4"/>
          </p:nvPr>
        </p:nvSpPr>
        <p:spPr/>
        <p:txBody>
          <a:bodyPr/>
          <a:lstStyle/>
          <a:p>
            <a:fld id="{4FAB73BC-B049-4115-A692-8D63A059BFB8}" type="slidenum">
              <a:rPr lang="en-US" smtClean="0"/>
              <a:pPr/>
              <a:t>6</a:t>
            </a:fld>
            <a:endParaRPr lang="en-US" dirty="0"/>
          </a:p>
        </p:txBody>
      </p:sp>
      <p:sp>
        <p:nvSpPr>
          <p:cNvPr id="11" name="Text Placeholder 10">
            <a:extLst>
              <a:ext uri="{FF2B5EF4-FFF2-40B4-BE49-F238E27FC236}">
                <a16:creationId xmlns:a16="http://schemas.microsoft.com/office/drawing/2014/main" id="{8437B7E0-A907-45B1-854A-895D985A5399}"/>
              </a:ext>
            </a:extLst>
          </p:cNvPr>
          <p:cNvSpPr>
            <a:spLocks noGrp="1"/>
          </p:cNvSpPr>
          <p:nvPr>
            <p:ph type="body" sz="quarter" idx="16"/>
          </p:nvPr>
        </p:nvSpPr>
        <p:spPr>
          <a:xfrm>
            <a:off x="228601" y="5360906"/>
            <a:ext cx="3421380" cy="371383"/>
          </a:xfrm>
        </p:spPr>
        <p:txBody>
          <a:bodyPr/>
          <a:lstStyle/>
          <a:p>
            <a:r>
              <a:rPr lang="en-US" dirty="0"/>
              <a:t>Minimum Hardware Requirements</a:t>
            </a:r>
          </a:p>
        </p:txBody>
      </p:sp>
      <p:sp>
        <p:nvSpPr>
          <p:cNvPr id="13" name="Text Placeholder 12">
            <a:extLst>
              <a:ext uri="{FF2B5EF4-FFF2-40B4-BE49-F238E27FC236}">
                <a16:creationId xmlns:a16="http://schemas.microsoft.com/office/drawing/2014/main" id="{1D416F1B-2260-46A3-8712-BD1EA50EFF7C}"/>
              </a:ext>
            </a:extLst>
          </p:cNvPr>
          <p:cNvSpPr>
            <a:spLocks noGrp="1"/>
          </p:cNvSpPr>
          <p:nvPr>
            <p:ph type="body" sz="quarter" idx="18"/>
          </p:nvPr>
        </p:nvSpPr>
        <p:spPr>
          <a:xfrm>
            <a:off x="384811" y="5705585"/>
            <a:ext cx="3108959" cy="323629"/>
          </a:xfrm>
        </p:spPr>
        <p:txBody>
          <a:bodyPr/>
          <a:lstStyle/>
          <a:p>
            <a:r>
              <a:rPr lang="en-US" dirty="0"/>
              <a:t>For basic functionality, the system can run on standard hardware with the following specifications:</a:t>
            </a:r>
          </a:p>
        </p:txBody>
      </p:sp>
      <p:sp>
        <p:nvSpPr>
          <p:cNvPr id="61" name="Text Placeholder 60">
            <a:extLst>
              <a:ext uri="{FF2B5EF4-FFF2-40B4-BE49-F238E27FC236}">
                <a16:creationId xmlns:a16="http://schemas.microsoft.com/office/drawing/2014/main" id="{2EFCA5F8-2322-4618-9000-E296A1B5768D}"/>
              </a:ext>
            </a:extLst>
          </p:cNvPr>
          <p:cNvSpPr>
            <a:spLocks noGrp="1"/>
          </p:cNvSpPr>
          <p:nvPr>
            <p:ph type="body" sz="quarter" idx="25"/>
          </p:nvPr>
        </p:nvSpPr>
        <p:spPr/>
        <p:txBody>
          <a:bodyPr/>
          <a:lstStyle/>
          <a:p>
            <a:r>
              <a:rPr lang="it-IT" dirty="0"/>
              <a:t>Intel Core i3 / AMD Ryzen 3</a:t>
            </a:r>
            <a:endParaRPr lang="en-US" dirty="0"/>
          </a:p>
        </p:txBody>
      </p:sp>
      <p:sp>
        <p:nvSpPr>
          <p:cNvPr id="62" name="Text Placeholder 61">
            <a:extLst>
              <a:ext uri="{FF2B5EF4-FFF2-40B4-BE49-F238E27FC236}">
                <a16:creationId xmlns:a16="http://schemas.microsoft.com/office/drawing/2014/main" id="{B79AF253-AC40-4AA1-AFA7-9A4836DA01B7}"/>
              </a:ext>
            </a:extLst>
          </p:cNvPr>
          <p:cNvSpPr>
            <a:spLocks noGrp="1"/>
          </p:cNvSpPr>
          <p:nvPr>
            <p:ph type="body" sz="quarter" idx="26"/>
          </p:nvPr>
        </p:nvSpPr>
        <p:spPr/>
        <p:txBody>
          <a:bodyPr/>
          <a:lstStyle/>
          <a:p>
            <a:r>
              <a:rPr lang="en-US" dirty="0"/>
              <a:t>4GB (Minimum) / 8GB (Recommended)</a:t>
            </a:r>
          </a:p>
        </p:txBody>
      </p:sp>
      <p:sp>
        <p:nvSpPr>
          <p:cNvPr id="63" name="Text Placeholder 62">
            <a:extLst>
              <a:ext uri="{FF2B5EF4-FFF2-40B4-BE49-F238E27FC236}">
                <a16:creationId xmlns:a16="http://schemas.microsoft.com/office/drawing/2014/main" id="{B4D30168-25CE-4C20-BBE9-2C5590AFEB4E}"/>
              </a:ext>
            </a:extLst>
          </p:cNvPr>
          <p:cNvSpPr>
            <a:spLocks noGrp="1"/>
          </p:cNvSpPr>
          <p:nvPr>
            <p:ph type="body" sz="quarter" idx="27"/>
          </p:nvPr>
        </p:nvSpPr>
        <p:spPr/>
        <p:txBody>
          <a:bodyPr/>
          <a:lstStyle/>
          <a:p>
            <a:r>
              <a:rPr lang="en-US" dirty="0"/>
              <a:t>256GB HDD / 128GB SSD</a:t>
            </a:r>
          </a:p>
        </p:txBody>
      </p:sp>
      <p:sp>
        <p:nvSpPr>
          <p:cNvPr id="64" name="Text Placeholder 63">
            <a:extLst>
              <a:ext uri="{FF2B5EF4-FFF2-40B4-BE49-F238E27FC236}">
                <a16:creationId xmlns:a16="http://schemas.microsoft.com/office/drawing/2014/main" id="{AFBC632A-A085-45FB-8A22-A087AB251AE5}"/>
              </a:ext>
            </a:extLst>
          </p:cNvPr>
          <p:cNvSpPr>
            <a:spLocks noGrp="1"/>
          </p:cNvSpPr>
          <p:nvPr>
            <p:ph type="body" sz="quarter" idx="28"/>
          </p:nvPr>
        </p:nvSpPr>
        <p:spPr/>
        <p:txBody>
          <a:bodyPr/>
          <a:lstStyle/>
          <a:p>
            <a:r>
              <a:rPr lang="en-US" dirty="0"/>
              <a:t>1366x768 resolution (Minimum)</a:t>
            </a:r>
          </a:p>
        </p:txBody>
      </p:sp>
      <p:sp>
        <p:nvSpPr>
          <p:cNvPr id="65" name="Text Placeholder 64">
            <a:extLst>
              <a:ext uri="{FF2B5EF4-FFF2-40B4-BE49-F238E27FC236}">
                <a16:creationId xmlns:a16="http://schemas.microsoft.com/office/drawing/2014/main" id="{B0F79018-7E80-4F11-97D6-C1AC907028C2}"/>
              </a:ext>
            </a:extLst>
          </p:cNvPr>
          <p:cNvSpPr>
            <a:spLocks noGrp="1"/>
          </p:cNvSpPr>
          <p:nvPr>
            <p:ph type="body" sz="quarter" idx="29"/>
          </p:nvPr>
        </p:nvSpPr>
        <p:spPr/>
        <p:txBody>
          <a:bodyPr/>
          <a:lstStyle/>
          <a:p>
            <a:r>
              <a:rPr lang="en-US" dirty="0"/>
              <a:t>Standard input devices</a:t>
            </a:r>
          </a:p>
        </p:txBody>
      </p:sp>
      <p:sp>
        <p:nvSpPr>
          <p:cNvPr id="66" name="Text Placeholder 65">
            <a:extLst>
              <a:ext uri="{FF2B5EF4-FFF2-40B4-BE49-F238E27FC236}">
                <a16:creationId xmlns:a16="http://schemas.microsoft.com/office/drawing/2014/main" id="{BFB39279-C8C5-49A2-A66B-0E32CBBA58EC}"/>
              </a:ext>
            </a:extLst>
          </p:cNvPr>
          <p:cNvSpPr>
            <a:spLocks noGrp="1"/>
          </p:cNvSpPr>
          <p:nvPr>
            <p:ph type="body" sz="quarter" idx="30"/>
          </p:nvPr>
        </p:nvSpPr>
        <p:spPr/>
        <p:txBody>
          <a:bodyPr/>
          <a:lstStyle/>
          <a:p>
            <a:r>
              <a:rPr lang="en-US" dirty="0"/>
              <a:t>Standard input devices</a:t>
            </a:r>
          </a:p>
        </p:txBody>
      </p:sp>
      <p:sp>
        <p:nvSpPr>
          <p:cNvPr id="14" name="Text Placeholder 119">
            <a:extLst>
              <a:ext uri="{FF2B5EF4-FFF2-40B4-BE49-F238E27FC236}">
                <a16:creationId xmlns:a16="http://schemas.microsoft.com/office/drawing/2014/main" id="{E4C8DF3B-1E41-46C5-80F8-C3025F332691}"/>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21" name="Picture Placeholder 20">
            <a:extLst>
              <a:ext uri="{FF2B5EF4-FFF2-40B4-BE49-F238E27FC236}">
                <a16:creationId xmlns:a16="http://schemas.microsoft.com/office/drawing/2014/main" id="{BC25062C-BD14-9238-F9B2-C9D53E579E3E}"/>
              </a:ext>
            </a:extLst>
          </p:cNvPr>
          <p:cNvPicPr>
            <a:picLocks noGrp="1" noChangeAspect="1"/>
          </p:cNvPicPr>
          <p:nvPr>
            <p:ph type="pic" sz="quarter" idx="21"/>
          </p:nvPr>
        </p:nvPicPr>
        <p:blipFill>
          <a:blip r:embed="rId3">
            <a:extLst>
              <a:ext uri="{837473B0-CC2E-450A-ABE3-18F120FF3D39}">
                <a1611:picAttrSrcUrl xmlns:a1611="http://schemas.microsoft.com/office/drawing/2016/11/main" r:id="rId4"/>
              </a:ext>
            </a:extLst>
          </a:blip>
          <a:srcRect l="12500" r="12500"/>
          <a:stretch>
            <a:fillRect/>
          </a:stretch>
        </p:blipFill>
        <p:spPr/>
      </p:pic>
      <p:pic>
        <p:nvPicPr>
          <p:cNvPr id="28" name="Picture Placeholder 27">
            <a:extLst>
              <a:ext uri="{FF2B5EF4-FFF2-40B4-BE49-F238E27FC236}">
                <a16:creationId xmlns:a16="http://schemas.microsoft.com/office/drawing/2014/main" id="{11DDCDA2-D626-42A9-066F-5B8E37B2F6D4}"/>
              </a:ext>
            </a:extLst>
          </p:cNvPr>
          <p:cNvPicPr>
            <a:picLocks noGrp="1" noChangeAspect="1"/>
          </p:cNvPicPr>
          <p:nvPr>
            <p:ph type="pic" sz="quarter" idx="19"/>
          </p:nvPr>
        </p:nvPicPr>
        <p:blipFill>
          <a:blip r:embed="rId5">
            <a:extLst>
              <a:ext uri="{837473B0-CC2E-450A-ABE3-18F120FF3D39}">
                <a1611:picAttrSrcUrl xmlns:a1611="http://schemas.microsoft.com/office/drawing/2016/11/main" r:id="rId6"/>
              </a:ext>
            </a:extLst>
          </a:blip>
          <a:srcRect l="13579" r="13579"/>
          <a:stretch>
            <a:fillRect/>
          </a:stretch>
        </p:blipFill>
        <p:spPr/>
      </p:pic>
      <p:pic>
        <p:nvPicPr>
          <p:cNvPr id="32" name="Picture Placeholder 31">
            <a:extLst>
              <a:ext uri="{FF2B5EF4-FFF2-40B4-BE49-F238E27FC236}">
                <a16:creationId xmlns:a16="http://schemas.microsoft.com/office/drawing/2014/main" id="{8CDF0006-DDDB-98D8-6599-AB387ED60834}"/>
              </a:ext>
            </a:extLst>
          </p:cNvPr>
          <p:cNvPicPr>
            <a:picLocks noGrp="1" noChangeAspect="1"/>
          </p:cNvPicPr>
          <p:nvPr>
            <p:ph type="pic" sz="quarter" idx="20"/>
          </p:nvPr>
        </p:nvPicPr>
        <p:blipFill>
          <a:blip r:embed="rId7">
            <a:extLst>
              <a:ext uri="{837473B0-CC2E-450A-ABE3-18F120FF3D39}">
                <a1611:picAttrSrcUrl xmlns:a1611="http://schemas.microsoft.com/office/drawing/2016/11/main" r:id="rId8"/>
              </a:ext>
            </a:extLst>
          </a:blip>
          <a:srcRect l="16700" r="16700"/>
          <a:stretch>
            <a:fillRect/>
          </a:stretch>
        </p:blipFill>
        <p:spPr/>
      </p:pic>
      <p:pic>
        <p:nvPicPr>
          <p:cNvPr id="39" name="Picture Placeholder 38">
            <a:extLst>
              <a:ext uri="{FF2B5EF4-FFF2-40B4-BE49-F238E27FC236}">
                <a16:creationId xmlns:a16="http://schemas.microsoft.com/office/drawing/2014/main" id="{874599A2-EDCF-9782-4B38-D2149D9FC032}"/>
              </a:ext>
            </a:extLst>
          </p:cNvPr>
          <p:cNvPicPr>
            <a:picLocks noGrp="1" noChangeAspect="1"/>
          </p:cNvPicPr>
          <p:nvPr>
            <p:ph type="pic" sz="quarter" idx="24"/>
          </p:nvPr>
        </p:nvPicPr>
        <p:blipFill>
          <a:blip r:embed="rId9">
            <a:extLst>
              <a:ext uri="{837473B0-CC2E-450A-ABE3-18F120FF3D39}">
                <a1611:picAttrSrcUrl xmlns:a1611="http://schemas.microsoft.com/office/drawing/2016/11/main" r:id="rId10"/>
              </a:ext>
            </a:extLst>
          </a:blip>
          <a:srcRect l="14229" r="14229"/>
          <a:stretch>
            <a:fillRect/>
          </a:stretch>
        </p:blipFill>
        <p:spPr/>
      </p:pic>
      <p:pic>
        <p:nvPicPr>
          <p:cNvPr id="49" name="Picture Placeholder 48">
            <a:extLst>
              <a:ext uri="{FF2B5EF4-FFF2-40B4-BE49-F238E27FC236}">
                <a16:creationId xmlns:a16="http://schemas.microsoft.com/office/drawing/2014/main" id="{4579884E-838D-6921-66A4-8815D8F166D4}"/>
              </a:ext>
            </a:extLst>
          </p:cNvPr>
          <p:cNvPicPr>
            <a:picLocks noGrp="1" noChangeAspect="1"/>
          </p:cNvPicPr>
          <p:nvPr>
            <p:ph type="pic" sz="quarter" idx="22"/>
          </p:nvPr>
        </p:nvPicPr>
        <p:blipFill>
          <a:blip r:embed="rId11">
            <a:extLst>
              <a:ext uri="{837473B0-CC2E-450A-ABE3-18F120FF3D39}">
                <a1611:picAttrSrcUrl xmlns:a1611="http://schemas.microsoft.com/office/drawing/2016/11/main" r:id="rId12"/>
              </a:ext>
            </a:extLst>
          </a:blip>
          <a:srcRect l="12441" r="12441"/>
          <a:stretch>
            <a:fillRect/>
          </a:stretch>
        </p:blipFill>
        <p:spPr/>
      </p:pic>
      <p:pic>
        <p:nvPicPr>
          <p:cNvPr id="54" name="Picture Placeholder 53">
            <a:extLst>
              <a:ext uri="{FF2B5EF4-FFF2-40B4-BE49-F238E27FC236}">
                <a16:creationId xmlns:a16="http://schemas.microsoft.com/office/drawing/2014/main" id="{D9E5F4B0-7B80-29AD-CD18-995E0EE0B62B}"/>
              </a:ext>
            </a:extLst>
          </p:cNvPr>
          <p:cNvPicPr>
            <a:picLocks noGrp="1" noChangeAspect="1"/>
          </p:cNvPicPr>
          <p:nvPr>
            <p:ph type="pic" sz="quarter" idx="23"/>
          </p:nvPr>
        </p:nvPicPr>
        <p:blipFill>
          <a:blip r:embed="rId13">
            <a:extLst>
              <a:ext uri="{837473B0-CC2E-450A-ABE3-18F120FF3D39}">
                <a1611:picAttrSrcUrl xmlns:a1611="http://schemas.microsoft.com/office/drawing/2016/11/main" r:id="rId14"/>
              </a:ext>
            </a:extLst>
          </a:blip>
          <a:srcRect t="2045" b="2045"/>
          <a:stretch>
            <a:fillRect/>
          </a:stretch>
        </p:blipFill>
        <p:spPr/>
      </p:pic>
      <p:pic>
        <p:nvPicPr>
          <p:cNvPr id="58" name="Picture Placeholder 57">
            <a:extLst>
              <a:ext uri="{FF2B5EF4-FFF2-40B4-BE49-F238E27FC236}">
                <a16:creationId xmlns:a16="http://schemas.microsoft.com/office/drawing/2014/main" id="{9F92F43F-DC03-B8FD-152C-56772AD7F2E2}"/>
              </a:ext>
            </a:extLst>
          </p:cNvPr>
          <p:cNvPicPr>
            <a:picLocks noGrp="1" noChangeAspect="1"/>
          </p:cNvPicPr>
          <p:nvPr>
            <p:ph type="pic" sz="quarter" idx="17"/>
          </p:nvPr>
        </p:nvPicPr>
        <p:blipFill>
          <a:blip r:embed="rId15">
            <a:extLst>
              <a:ext uri="{837473B0-CC2E-450A-ABE3-18F120FF3D39}">
                <a1611:picAttrSrcUrl xmlns:a1611="http://schemas.microsoft.com/office/drawing/2016/11/main" r:id="rId16"/>
              </a:ext>
            </a:extLst>
          </a:blip>
          <a:srcRect l="16625" r="16625"/>
          <a:stretch>
            <a:fillRect/>
          </a:stretch>
        </p:blipFill>
        <p:spPr/>
      </p:pic>
    </p:spTree>
    <p:extLst>
      <p:ext uri="{BB962C8B-B14F-4D97-AF65-F5344CB8AC3E}">
        <p14:creationId xmlns:p14="http://schemas.microsoft.com/office/powerpoint/2010/main" val="2596912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9DB4B73C-4F8E-F5BE-2D97-3E1D2C3F42E3}"/>
              </a:ext>
            </a:extLst>
          </p:cNvPr>
          <p:cNvPicPr>
            <a:picLocks noGrp="1" noChangeAspect="1"/>
          </p:cNvPicPr>
          <p:nvPr>
            <p:ph type="pic" sz="quarter" idx="15"/>
          </p:nvPr>
        </p:nvPicPr>
        <p:blipFill>
          <a:blip r:embed="rId3">
            <a:extLst>
              <a:ext uri="{837473B0-CC2E-450A-ABE3-18F120FF3D39}">
                <a1611:picAttrSrcUrl xmlns:a1611="http://schemas.microsoft.com/office/drawing/2016/11/main" r:id="rId4"/>
              </a:ext>
            </a:extLst>
          </a:blip>
          <a:srcRect l="9479" r="9479"/>
          <a:stretch>
            <a:fillRect/>
          </a:stretch>
        </p:blipFill>
        <p:spPr/>
      </p:pic>
      <p:sp>
        <p:nvSpPr>
          <p:cNvPr id="7" name="TextBox 6">
            <a:extLst>
              <a:ext uri="{FF2B5EF4-FFF2-40B4-BE49-F238E27FC236}">
                <a16:creationId xmlns:a16="http://schemas.microsoft.com/office/drawing/2014/main" id="{EBAAC88C-2A26-DC11-15D9-2651FB89F92A}"/>
              </a:ext>
            </a:extLst>
          </p:cNvPr>
          <p:cNvSpPr txBox="1"/>
          <p:nvPr/>
        </p:nvSpPr>
        <p:spPr>
          <a:xfrm>
            <a:off x="0" y="6858000"/>
            <a:ext cx="8329286" cy="230832"/>
          </a:xfrm>
          <a:prstGeom prst="rect">
            <a:avLst/>
          </a:prstGeom>
          <a:noFill/>
        </p:spPr>
        <p:txBody>
          <a:bodyPr wrap="square" rtlCol="0">
            <a:spAutoFit/>
          </a:bodyPr>
          <a:lstStyle/>
          <a:p>
            <a:r>
              <a:rPr lang="en-US" sz="900">
                <a:hlinkClick r:id="rId4" tooltip="https://portfolioticsmoraleda.blogspot.com/2011/04/conclusion_14.html"/>
              </a:rPr>
              <a:t>This Photo</a:t>
            </a:r>
            <a:r>
              <a:rPr lang="en-US" sz="900"/>
              <a:t> by Unknown Author is licensed under </a:t>
            </a:r>
            <a:r>
              <a:rPr lang="en-US" sz="900">
                <a:hlinkClick r:id="rId5" tooltip="https://creativecommons.org/licenses/by-nc-nd/3.0/"/>
              </a:rPr>
              <a:t>CC BY-NC-ND</a:t>
            </a:r>
            <a:endParaRPr lang="en-US" sz="900"/>
          </a:p>
        </p:txBody>
      </p:sp>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CF39D3B5-ABDB-4DFF-8107-EF97569C9BBE}"/>
              </a:ext>
            </a:extLst>
          </p:cNvPr>
          <p:cNvSpPr>
            <a:spLocks noGrp="1"/>
          </p:cNvSpPr>
          <p:nvPr>
            <p:ph type="ctrTitle"/>
          </p:nvPr>
        </p:nvSpPr>
        <p:spPr/>
        <p:txBody>
          <a:bodyPr/>
          <a:lstStyle/>
          <a:p>
            <a:r>
              <a:rPr lang="en-US" dirty="0"/>
              <a:t>“Conclusion”</a:t>
            </a:r>
          </a:p>
        </p:txBody>
      </p:sp>
      <p:sp>
        <p:nvSpPr>
          <p:cNvPr id="44" name="Subtitle 43">
            <a:extLst>
              <a:ext uri="{FF2B5EF4-FFF2-40B4-BE49-F238E27FC236}">
                <a16:creationId xmlns:a16="http://schemas.microsoft.com/office/drawing/2014/main" id="{F522C824-2C48-4465-AABE-F46286D9ECD5}"/>
              </a:ext>
            </a:extLst>
          </p:cNvPr>
          <p:cNvSpPr>
            <a:spLocks noGrp="1"/>
          </p:cNvSpPr>
          <p:nvPr>
            <p:ph type="subTitle" idx="1"/>
          </p:nvPr>
        </p:nvSpPr>
        <p:spPr/>
        <p:txBody>
          <a:bodyPr>
            <a:normAutofit fontScale="70000" lnSpcReduction="20000"/>
          </a:bodyPr>
          <a:lstStyle/>
          <a:p>
            <a:r>
              <a:rPr lang="en-US" dirty="0"/>
              <a:t>The Dairy Management System is designed to simplify and automate the daily operations of a dairy business. The system helps in maintaining records of suppliers, customers, milk purchase, sales, and billing efficiently. By replacing the manual system, it reduces human errors, saves time, and improves overall productivity. The project demonstrates how software technology can make dairy management more organized, accurate, and user-friendly. In the future, the system can be enhanced with a graphical user interface, database integration, and online access to make it more powerful and suitable for real-world dairy industries.</a:t>
            </a:r>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val="1"/>
              </a:ext>
            </a:extLst>
          </p:cNvPr>
          <p:cNvSpPr>
            <a:spLocks noGrp="1"/>
          </p:cNvSpPr>
          <p:nvPr>
            <p:ph type="body" sz="quarter" idx="14"/>
          </p:nvPr>
        </p:nvSpPr>
        <p:spPr/>
        <p:txBody>
          <a:bodyPr>
            <a:normAutofit fontScale="55000" lnSpcReduction="20000"/>
          </a:bodyPr>
          <a:lstStyle/>
          <a:p>
            <a:endParaRPr lang="en-US" dirty="0"/>
          </a:p>
        </p:txBody>
      </p:sp>
    </p:spTree>
    <p:extLst>
      <p:ext uri="{BB962C8B-B14F-4D97-AF65-F5344CB8AC3E}">
        <p14:creationId xmlns:p14="http://schemas.microsoft.com/office/powerpoint/2010/main" val="3202840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0DBDF-E754-F940-8C8E-68CA9F99618C}"/>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A1B9BA46-1875-BC28-1321-0B45CE0545C3}"/>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t="7855" b="7855"/>
          <a:stretch>
            <a:fillRect/>
          </a:stretch>
        </p:blipFill>
        <p:spPr/>
      </p:pic>
      <p:sp>
        <p:nvSpPr>
          <p:cNvPr id="286" name="Text Placeholder 285">
            <a:extLst>
              <a:ext uri="{FF2B5EF4-FFF2-40B4-BE49-F238E27FC236}">
                <a16:creationId xmlns:a16="http://schemas.microsoft.com/office/drawing/2014/main" id="{44416AB1-5D70-A287-C5B0-E12D5AB6BDB5}"/>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81540AB1-91BA-0986-80A3-4733A8172F19}"/>
              </a:ext>
            </a:extLst>
          </p:cNvPr>
          <p:cNvSpPr>
            <a:spLocks noGrp="1"/>
          </p:cNvSpPr>
          <p:nvPr>
            <p:ph type="ctrTitle"/>
          </p:nvPr>
        </p:nvSpPr>
        <p:spPr/>
        <p:txBody>
          <a:bodyPr/>
          <a:lstStyle/>
          <a:p>
            <a:r>
              <a:rPr lang="en-US" dirty="0"/>
              <a:t>Thank you</a:t>
            </a:r>
          </a:p>
        </p:txBody>
      </p:sp>
      <p:sp>
        <p:nvSpPr>
          <p:cNvPr id="7" name="Subtitle 6">
            <a:extLst>
              <a:ext uri="{FF2B5EF4-FFF2-40B4-BE49-F238E27FC236}">
                <a16:creationId xmlns:a16="http://schemas.microsoft.com/office/drawing/2014/main" id="{9EA7A3CC-A34F-FA68-5C48-EBBC8A519ECA}"/>
              </a:ext>
            </a:extLst>
          </p:cNvPr>
          <p:cNvSpPr>
            <a:spLocks noGrp="1"/>
          </p:cNvSpPr>
          <p:nvPr>
            <p:ph type="subTitle" idx="1"/>
          </p:nvPr>
        </p:nvSpPr>
        <p:spPr/>
        <p:txBody>
          <a:bodyPr/>
          <a:lstStyle/>
          <a:p>
            <a:r>
              <a:rPr lang="en-US" dirty="0"/>
              <a:t>Nitin </a:t>
            </a:r>
            <a:r>
              <a:rPr lang="en-US" dirty="0" err="1"/>
              <a:t>kumar</a:t>
            </a:r>
            <a:r>
              <a:rPr lang="en-US" dirty="0"/>
              <a:t> and Rashu malik</a:t>
            </a:r>
          </a:p>
        </p:txBody>
      </p:sp>
      <p:sp>
        <p:nvSpPr>
          <p:cNvPr id="9" name="TextBox 8">
            <a:extLst>
              <a:ext uri="{FF2B5EF4-FFF2-40B4-BE49-F238E27FC236}">
                <a16:creationId xmlns:a16="http://schemas.microsoft.com/office/drawing/2014/main" id="{5F352B2C-7C37-F859-E756-18765F7DA9E4}"/>
              </a:ext>
            </a:extLst>
          </p:cNvPr>
          <p:cNvSpPr txBox="1"/>
          <p:nvPr/>
        </p:nvSpPr>
        <p:spPr>
          <a:xfrm>
            <a:off x="0" y="6858000"/>
            <a:ext cx="12192000" cy="230832"/>
          </a:xfrm>
          <a:prstGeom prst="rect">
            <a:avLst/>
          </a:prstGeom>
          <a:noFill/>
        </p:spPr>
        <p:txBody>
          <a:bodyPr wrap="square" rtlCol="0">
            <a:spAutoFit/>
          </a:bodyPr>
          <a:lstStyle/>
          <a:p>
            <a:r>
              <a:rPr lang="en-US" sz="900">
                <a:hlinkClick r:id="rId4" tooltip="https://www.flickr.com/photos/cafnr/13061170484"/>
              </a:rPr>
              <a:t>This Photo</a:t>
            </a:r>
            <a:r>
              <a:rPr lang="en-US" sz="900"/>
              <a:t> by Unknown Author is licensed under </a:t>
            </a:r>
            <a:r>
              <a:rPr lang="en-US" sz="900">
                <a:hlinkClick r:id="rId5" tooltip="https://creativecommons.org/licenses/by-nc/3.0/"/>
              </a:rPr>
              <a:t>CC BY-NC</a:t>
            </a:r>
            <a:endParaRPr lang="en-US" sz="900"/>
          </a:p>
        </p:txBody>
      </p:sp>
      <p:sp>
        <p:nvSpPr>
          <p:cNvPr id="285" name="Text Placeholder 284">
            <a:extLst>
              <a:ext uri="{FF2B5EF4-FFF2-40B4-BE49-F238E27FC236}">
                <a16:creationId xmlns:a16="http://schemas.microsoft.com/office/drawing/2014/main" id="{F8F2FFCA-BA49-7F7C-2B8B-FC4ABFA1F894}"/>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1182545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3.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classic block presentation</Template>
  <TotalTime>331</TotalTime>
  <Words>750</Words>
  <Application>Microsoft Office PowerPoint</Application>
  <PresentationFormat>Widescreen</PresentationFormat>
  <Paragraphs>56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Tw Cen MT</vt:lpstr>
      <vt:lpstr>Tw Cen MT Condensed</vt:lpstr>
      <vt:lpstr>Wingdings 3</vt:lpstr>
      <vt:lpstr>ModernClassicBlock-3</vt:lpstr>
      <vt:lpstr>DAIRY MANAGEMENT SYSTEM</vt:lpstr>
      <vt:lpstr>INTRODUCTION</vt:lpstr>
      <vt:lpstr>Objectives:</vt:lpstr>
      <vt:lpstr>SOFTWARE REQUIREMENTS SPECIFICATION</vt:lpstr>
      <vt:lpstr>SOFTWARE REQUIREMENTS SPECIFICATION</vt:lpstr>
      <vt:lpstr>HARDWARE REQUIREMENTS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creator>
  <cp:lastModifiedBy>​🇦​​🇳​​🇰​ ​🇰​​🇮​​🇹​</cp:lastModifiedBy>
  <cp:revision>1</cp:revision>
  <dcterms:created xsi:type="dcterms:W3CDTF">2026-05-12T02:09:01Z</dcterms:created>
  <dcterms:modified xsi:type="dcterms:W3CDTF">2026-05-12T07:40:22Z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